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pembuka. Nama pembimbing/universitas tidak ada di bahan -&gt; kosong, jangan dikarang.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Temuan utama (hal 6): hukum berputar pada tiga illat.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 6: jenis hiasan &amp; ضابط-nya; وصل boleh dengan bukan rambut manusia.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 6: operasi boleh bila kebutuhan sah; hiasan memengaruhi pandangan dalam akad nikah.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Tujuan (hal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Manfaat (hal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Masalah (hal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Metode (hal 23) + jenis (hal 88) dipadatkan.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Prosedur data (hal 89) dipadatkan: Far'2+3+4.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العلة (hal 66-67). Tabel perbandingan mazhab.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Kesimpulan dirangkum dari ملخص hal 6; خاتمة hal 151 = doa.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توصيات (hal 152).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خاتمة (hal 151) = doa penutup.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999713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2000"/>
              </a:spcAft>
            </a:pPr>
            <a:r>
              <a:rPr sz="4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أحكام النوازل الفقهية المعاصرة المتعلقة بزينة المرأة في المذاهب الأربعة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إعداد: الشيخ علي بلعيدي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554480"/>
            <a:ext cx="10362895" cy="3108960"/>
          </a:xfrm>
          <a:prstGeom prst="rect">
            <a:avLst/>
          </a:prstGeom>
          <a:noFill/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تدور أحكام الزينة المعاصرة على ثلاث علل: تغيير خلق الله، التدليس، والضرر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الأصل: التحريم عند تحقق إحدى العلل الثلاث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الجواز مشروط بانتفاء التغيير والتدليس والضرر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المنهج: وصفي مقارن، استقرائي، استنباطي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النمص والوشم والتشقير ونحوها تمتنع عند قيام التغيير أو التدليس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الوصل: محرم، ويجوز بغير شعر الآدمي اتفاقًا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الضابط: كلما تحققت علة محرِّمة امتنع الفعل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العمليات تجوز بضوابط، وللزينة أثر في النظر داخل عقد النكاح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العمليات الجراحية تجوز للحاجة الشرعية دون تغيير الخلق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الزينة المؤثرة على النظر تُرتَّب أحكامها في النكاح وفق المذاهب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أربعة أهداف: الأدوات، العمليات، البيع، وأثر الزينة على النكاح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بيان حكم أدوات التجميل المعاصرة في المذاهب الأربعة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عمليات التجميل في المذاهب المعتمدة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بيع أدوات التجميل في المذاهب الأربعة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بيان أثر الزينة على عقد النكاح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الفوائد توازي الأهداف وتُعمّق إدراك الأحكام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أحكام الزينة المعاصرة في المذاهب الأربعة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بيان أحكام النوازل المتعلقة بزينة المرأة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العمليات وبيع الأدوات الممنوعة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إدراك أثر الزينة على عقد النكاح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خمس مشكلات استدعت البحث: نوازل، حصر، أزمنة، واردات، تكييف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نوازل معاصرة لم يفصّلها الفقهاء قديمًا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صعوبة حصر وسائل الزينة لاختلاط العادات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اختلاف الأزمنة يستدعي نظر القواعد والضوابط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ورود أدوات من الغرب دون نظر شرعي واختلاف التكييف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ص٢٣·٨٨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بحث فقهي مقارن بثلاثة مناهج: وصفي، استقرائي، استنباطي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وصفي مقارن: تتبّع أقوال المذاهب ومقارنتها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استقرائي: استقراء النوازل والدراسات المعاصرة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استنباطي: استنباط الحكم من النصوص والقواعد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ص٨٩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جمعٌ ومعالجةٌ وتحقق: من التتبّع إلى التطبيق الموثّق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جمع: تتبّع أقوال المذاهب وجمع النوازل وترتيبها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معالجة: مقارنة الأقوال وذكر الأدلة ثم التطبيق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تحقق: عرض المعلومة على عدة مصادر حتى يتفق المعنى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ص٦٦–٦٧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اتفقوا على الجواز بغير شعر الآدمي، واختلفوا في العلة — والراجح التدليس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920240"/>
          <a:ext cx="98142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888175"/>
              </a:tblGrid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200" b="1">
                          <a:solidFill>
                            <a:srgbClr val="F7F3E9"/>
                          </a:solidFill>
                          <a:latin typeface="Amiri"/>
                          <a:ea typeface="Amiri"/>
                          <a:cs typeface="Amiri"/>
                        </a:rPr>
                        <a:t>المذهب</a:t>
                      </a:r>
                    </a:p>
                  </a:txBody>
                  <a:tcPr>
                    <a:solidFill>
                      <a:srgbClr val="0F3D2E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200" b="1">
                          <a:solidFill>
                            <a:srgbClr val="F7F3E9"/>
                          </a:solidFill>
                          <a:latin typeface="Amiri"/>
                          <a:ea typeface="Amiri"/>
                          <a:cs typeface="Amiri"/>
                        </a:rPr>
                        <a:t>العلة في تحريم وصل الشعر</a:t>
                      </a:r>
                    </a:p>
                  </a:txBody>
                  <a:tcPr>
                    <a:solidFill>
                      <a:srgbClr val="0F3D2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الحنفية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كرامة الإنسان وتحريم الابتذال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المالكية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مركّبة: تغيير خلق الله + التدليس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الشافعية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مركّبة: الكرامة + تحريم استعمال النجس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الحنابلة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التدليس والغش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الراجح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0">
                          <a:latin typeface="Amiri"/>
                          <a:ea typeface="Amiri"/>
                          <a:cs typeface="Amiri"/>
                        </a:rPr>
                        <a:t>الزور والتدليس (حديث المرأة)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الخلاصة: التحريم عند العلل الثلاث، والجواز بضوابط، وللزينة أثر في النكاح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التحريم عند تغيير الخلق أو التدليس أو الضرر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جواز العمليات والوصل بغير الآدمي بضوابطها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ترتيب أثر الزينة على النظر في عقد النكاح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ص١٥٢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ثلاث وصايا: للعلماء، للمرأة المسلمة، وللمجامع الفقهية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للعلماء: دقة البحث وإظهار أحكام النوازل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للمرأة المسلمة: الحذر من المحرم والاكتفاء بالحلال عن علم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للمجامع الفقهية: متابعة المستجدات وبيان أحكامها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251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8495" y="6400800"/>
            <a:ext cx="2194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ص١٥١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الحمد لله؛ جهد بشري يقبل الخطأ، وسُئل الله القبول والنفع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0351" y="160020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3628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الحمد لله على إتمام البحث</a:t>
            </a:r>
          </a:p>
          <a:p>
            <a:pPr algn="r" rtl="1">
              <a:lnSpc>
                <a:spcPct val="120000"/>
              </a:lnSpc>
              <a:spcAft>
                <a:spcPts val="18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سؤال الله القبول والنفع به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