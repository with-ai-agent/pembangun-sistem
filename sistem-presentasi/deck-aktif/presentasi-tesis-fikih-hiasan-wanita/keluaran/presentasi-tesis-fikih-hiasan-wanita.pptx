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pembuka. Nama pembimbing/universitas TIDAK ada di bahan -&gt; dikosongkan, jangan dikarang. Topik dari ملخص hal 6; nama dari nama berkas.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Ringkasan (hal 6): penelitian memaparkan hukum kontemporer hiasan wanita dalam 4 mazhab.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Tujuan (hal 21): 4 poin.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Manfaat (hal 21): 5 poin.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Masalah (hal 21): 5 poin.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Metode (hal 23): 3 pendekatan.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Pertanyaan (hal 90 + rekonstruksi dari tujuan hal 21). Q2-4 direkonstruksi dari 4 tujuan; tandai demikian.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العلة (hal 66-67). Konsensus: boleh menyambung dengan bukan rambut manusia. Kesimpulan penulis: yang rajih = الزور/التدليس.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Jenis &amp; macam (hal 88, Bab3 Far'1).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Pengumpulan data (hal 89, Far'2).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Pengolahan + verifikasi (hal 89, Far'3+4).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خاتمة (hal 151) = doa penutup; ringkasan temuan substantif ada di S2.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توصيات (hal 152): 3 poin.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36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أحكام النوازل الفقهية المعاصرة المتعلقة بزينة المرأة في المذاهب الأربعة</a:t>
            </a:r>
          </a:p>
          <a:p>
            <a:pPr algn="r" rtl="1">
              <a:spcAft>
                <a:spcPts val="800"/>
              </a:spcAft>
            </a:pPr>
            <a:r>
              <a:rPr sz="24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إعداد: الشيخ علي بلعيدي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ص٦ (موضوع من الملخص) · اسم المشرف/الجامعة: diisi pengguna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البحث يبيّن أحكام زينة المرأة المعاصرة في المذاهب الأربعة بمنهج وصفي مقارن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الموضوعات: التشقير، الأظافر، الحواجب، العدسات، النمص، الوشم، الوصل، العمليات الجراحية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المنهج: وصفي مقارن، استقرائي، استنباطي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الأصل: التحريم عند تغيير خلق الله أو التدليس أو الضرر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أربعة أهداف: من حكم الأدوات والعمليات والبيع إلى أثر الزينة على النكاح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بيان حكم أدوات التجميل المعاصرة للمرأة في المذاهب الأربعة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معرفة حكم عمليات التجميل في المذاهب الأربعة المعتمدة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معرفة حكم بيع أدوات التجميل للمرأة في المذاهب الأربعة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بيان الأثر المترتب على الزينة في عقد النكاح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ص٢١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الفوائد توازي الأهداف: معرفة الحكم وبيان النوازل وإدراك الأثر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معرفة أحكام الزينة المعاصرة في المذاهب الأربعة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بيان أحكام النوازل المتعلقة بزينة المرأة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معرفة حكم عمليات التجميل للمرأة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معرفة حكم بيع أدوات التجميل الممنوعة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إدراك أثر الزينة على عقد النكاح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ص٢١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خمس مشكلات: نوازل لم تُفصَّل، صعوبة الحصر، اختلاف الأزمنة، واردات الغرب، اختلاف التكييف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النوازل معاصرة لم يفصّلها الفقهاء قديمًا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كثرة وسائل الزينة واختلاط العادات يصعّب الحصر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اختلاف الأزمنة يستدعي نظر القواعد والضوابط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ورود أدوات من الغرب دون نظر شرعي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اختلاف التكييف الفقهي لوسائل الزينة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ص٢١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ثلاثة مناهج متكاملة: وصفي مقارن، استقرائي، استنباطي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وصفي مقارن: تتبّع أقوال المذاهب من كتبها المعتمدة ومقارنتها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استقرائي: استقراء النوازل والدراسات المعاصرة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استنباطي: استنباط الأحكام من النصوص والقواعد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ص٢٣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الأسئلة توازي الأهداف ويُجاب عنها في الباب الرابع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السؤال الأول: ما حكم استعمال أدوات التجميل المعاصرة للمرأة في المذاهب الأربعة؟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الأسئلة ٢–٤ توازي الأهداف: العمليات، البيع، أثر الزينة على النكاح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الإجابات مفصّلة في الباب الرابع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ص٩٠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اتفقوا على الجواز بغير شعر الآدمي، واختلفوا في العلة — والراجح التدليس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645920"/>
          <a:ext cx="9966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701040">
                <a:tc>
                  <a:txBody>
                    <a:bodyPr/>
                    <a:lstStyle/>
                    <a:p>
                      <a:pPr algn="r" rtl="1"/>
                      <a:r>
                        <a:rPr sz="2000" b="1">
                          <a:solidFill>
                            <a:srgbClr val="F7F3E9"/>
                          </a:solidFill>
                          <a:latin typeface="Amiri"/>
                          <a:ea typeface="Amiri"/>
                          <a:cs typeface="Amiri"/>
                        </a:rPr>
                        <a:t>المذهب</a:t>
                      </a:r>
                    </a:p>
                  </a:txBody>
                  <a:tcPr>
                    <a:solidFill>
                      <a:srgbClr val="0F3D2E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1">
                          <a:solidFill>
                            <a:srgbClr val="F7F3E9"/>
                          </a:solidFill>
                          <a:latin typeface="Amiri"/>
                          <a:ea typeface="Amiri"/>
                          <a:cs typeface="Amiri"/>
                        </a:rPr>
                        <a:t>العلة في تحريم وصل الشعر</a:t>
                      </a:r>
                    </a:p>
                  </a:txBody>
                  <a:tcPr>
                    <a:solidFill>
                      <a:srgbClr val="0F3D2E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الحنفية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كرامة الإنسان وتحريم الابتذال بأجزاء الآدمي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المالكية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مركّبة: تغيير خلق الله + التدليس (غير مقيد)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الشافعية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مركّبة: كرامة الإنسان + تحريم استعمال النجس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الحنابلة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التدليس والغش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الراجح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الزور والتدليس (حديث المرأة التي وصلت شعرها)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ص٦٦–٦٧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البحث فقهي مقارن، يستقرئ النوازل ويستنبط أحكامها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جنس البحث: فقهي مقارن بين المذاهب الأربعة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نوعه: استقراء النوازل ثم استنباط الحكم من النصوص والقواعد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ص٨٨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تتبّع أقوال المذاهب وجمع النوازل ثم الترتيب والمقارنة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تتبّع أقوال المذاهب في كتب الفقه المعتمدة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جمع النوازل والدراسات المعاصرة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ترتيب المعلومات ومقارنتها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ص٨٩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المقارنة والاستدلال ثم التطبيق، مع التحقق بعرض المعلومة على عدة مصادر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مقارنة أقوال الفقهاء وذكر أدلتهم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تطبيق النصوص المعتمدة على النوازل المعاصرة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التحقق بعرض المعلومة على عدة مصادر حتى يتفق المعنى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ص٨٩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الحمد لله؛ البحث جهد بشري يقبل الخطأ، وسُئل الله القبول والنفع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الحمد لله على إتمام البحث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البحث جهد بشري يقبل الخطأ والصواب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سؤال الله القبول والنفع به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ص١٥١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35663" y="0"/>
            <a:ext cx="256032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30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ثلاث وصايا: للعلماء بالبحث الدقيق، للمرأة بالحذر، للمجامع بمتابعة الجديد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6383" y="1207008"/>
            <a:ext cx="566928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للعلماء وطلاب العلم: دقة البحث وإظهار أحكام النوازل للمجتمع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للمرأة المسلمة: الحذر من الزينة المحرمة والاكتفاء بالحلال عن علم</a:t>
            </a:r>
          </a:p>
          <a:p>
            <a:pPr algn="r" rtl="1">
              <a:spcAft>
                <a:spcPts val="1000"/>
              </a:spcAft>
            </a:pPr>
            <a:r>
              <a:rPr sz="2200" b="0">
                <a:solidFill>
                  <a:srgbClr val="1E1E1E"/>
                </a:solidFill>
                <a:latin typeface="Amiri"/>
                <a:ea typeface="Amiri"/>
                <a:cs typeface="Amiri"/>
              </a:rPr>
              <a:t>للمجامع الفقهية: متابعة المستجدات في زينة المرأة وبيان أحكامها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C9A227"/>
                </a:solidFill>
              </a:rPr>
              <a:t>ص١٥٢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