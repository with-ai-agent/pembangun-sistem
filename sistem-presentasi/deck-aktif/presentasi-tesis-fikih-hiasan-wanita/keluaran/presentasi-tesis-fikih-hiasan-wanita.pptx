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Pembuka. Pembimbing/universitas kosong (tidak ada di bahan) - jangan dikarang.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Temuan utama hal 6: tiga illat menjadi poros hukum.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 6: rincian per jenis hiasan dan ضابط-nya.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 6: operasi kecantikan boleh bila kebutuhan sah, tidak mengubah ciptaan.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 6: hiasan memengaruhi pandangan dalam akad nikah; rincian per mazhab.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Tujuan hal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Manfaat hal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Masalah hal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Metode hal 23 + jenis hal 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Prosedur hal 89 (Far'2+3+4).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العلة hal 66-67; tabel perbandingan mazhab.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Kesimpulan dari ملخص hal 6; خاتمة hal 151 = doa.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توصيات hal 152.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خاتمة hal 151 = doa penutup.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0"/>
            <a:ext cx="1280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566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2656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  <a:spcAft>
                <a:spcPts val="2000"/>
              </a:spcAft>
            </a:pPr>
            <a:r>
              <a:rPr sz="38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أحكام النوازل الفقهية المعاصرة المتعلقة بزينة المرأة في المذاهب الأربعة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sz="26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إعداد: الشيخ علي بلعيدي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9448495" cy="310896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تدور أحكام الزينة المعاصرة على ثلاث علل: تغيير خلق الله، التدليس، والضرر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الأصل التحريم عند تحقق إحدى العلل الثلاث في وسيلة الزينة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الجواز مشروط بانتفاء التغيير والتدليس والضرر</a:t>
            </a:r>
          </a:p>
          <a:p>
            <a:pPr algn="r" rtl="1" lvl="1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444444"/>
                </a:solidFill>
                <a:latin typeface="Amiri"/>
                <a:ea typeface="Amiri"/>
                <a:cs typeface="Amiri"/>
              </a:rPr>
              <a:t>تغيير خلق الله: كالنمص والوشم وما يغيّر الخلقة</a:t>
            </a:r>
          </a:p>
          <a:p>
            <a:pPr algn="r" rtl="1" lvl="1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444444"/>
                </a:solidFill>
                <a:latin typeface="Amiri"/>
                <a:ea typeface="Amiri"/>
                <a:cs typeface="Amiri"/>
              </a:rPr>
              <a:t>التدليس: كإظهار ما ليس حقيقة، ومنه الوصل</a:t>
            </a:r>
          </a:p>
          <a:p>
            <a:pPr algn="r" rtl="1" lvl="1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444444"/>
                </a:solidFill>
                <a:latin typeface="Amiri"/>
                <a:ea typeface="Amiri"/>
                <a:cs typeface="Amiri"/>
              </a:rPr>
              <a:t>الضرر: كل ما أضرّ بالبدن امتنع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المنهج: وصفي مقارن، استقرائي، استنباطي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لكل وسيلة زينة ضابطها: الامتناع عند قيام علة محرِّمة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التشقير والحواجب والنمص: تمتنع عند التغيير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الوشم: ممنوع لتغيير الخلقة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العدسات والأظافر: تُوزن بضوابط التغيير والتدليس والضرر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الوصل: محرم، ويجوز بغير شعر الآدمي اتفاقًا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العمليات الجراحية التجميلية تجوز للحاجة الشرعية دون تغيير الخلق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الجواز مشروط بالحاجة الشرعية (علاج، إصلاح عيب)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يمتنع ما كان لمجرد تغيير خلق الله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يُراعى انتفاء الضرر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للزينة أثر في النظر داخل عقد النكاح، وتُرتَّب أحكامها وفق المذاهب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الزينة المؤثرة على النظر تُرتَّب أحكامها في باب النكاح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تفصيل المذاهب (المالكية والشافعية والحنابلة) في أثرها على النظر والخيار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أربعة أهداف: الأدوات، العمليات، البيع، وأثر الزينة على النكاح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بيان حكم أدوات التجميل المعاصرة للمرأة في المذاهب الأربعة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عمليات التجميل في المذاهب المعتمدة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بيع أدوات التجميل في المذاهب الأربعة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بيان الأثر المترتب على الزينة في عقد النكاح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الفوائد توازي الأهداف وتعمّق إدراك الأحكام والنوازل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أحكام الزينة المعاصرة في المذاهب الأربعة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بيان أحكام النوازل المتعلقة بزينة المرأة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معرفة حكم عمليات التجميل وبيع الأدوات الممنوعة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إدراك أثر الزينة على عقد النكاح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خمس مشكلات استدعت البحث: نوازل، حصر، أزمنة، واردات، تكييف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نوازل معاصرة لم يفصّلها الفقهاء قديمًا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صعوبة حصر وسائل الزينة لاختلاط العادات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اختلاف الأزمنة يستدعي نظر القواعد والضوابط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ورود أدوات من الغرب دون نظر شرعي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اختلاف التكييف الفقهي لوسائل الزينة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ص٢٣·٨٨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بحث فقهي مقارن بثلاثة مناهج متكاملة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وصفي مقارن: تتبّع أقوال المذاهب من كتبها المعتمدة ومقارنتها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استقرائي: استقراء النوازل والدراسات المعاصرة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استنباطي: استنباط الحكم من النصوص والقواعد والضوابط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ص٨٩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جمعٌ ومعالجةٌ وتحقق: من التتبّع إلى التطبيق الموثّق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جمع: تتبّع أقوال المذاهب وجمع النوازل ثم الترتيب والمقارنة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معالجة: مقارنة الأقوال وذكر الأدلة ثم التطبيق على النوازل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تحقق: عرض المعلومة على عدة مصادر حتى يتفق المعنى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ص٦٦–٦٧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اتفقوا على الجواز بغير شعر الآدمي، واختلفوا في العلة — والراجح التدليس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1920240"/>
          <a:ext cx="90827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339535"/>
              </a:tblGrid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2000" b="1">
                          <a:solidFill>
                            <a:srgbClr val="F7F3E9"/>
                          </a:solidFill>
                          <a:latin typeface="Amiri"/>
                          <a:ea typeface="Amiri"/>
                          <a:cs typeface="Amiri"/>
                        </a:rPr>
                        <a:t>المذهب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2000" b="1">
                          <a:solidFill>
                            <a:srgbClr val="F7F3E9"/>
                          </a:solidFill>
                          <a:latin typeface="Amiri"/>
                          <a:ea typeface="Amiri"/>
                          <a:cs typeface="Amiri"/>
                        </a:rPr>
                        <a:t>العلة في تحريم وصل الشعر</a:t>
                      </a:r>
                    </a:p>
                  </a:txBody>
                  <a:tcPr>
                    <a:solidFill>
                      <a:srgbClr val="0F3D2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الحنفية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كرامة الإنسان وتحريم الابتذال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المالكية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مركّبة: تغيير خلق الله + التدليس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الشافعية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مركّبة: الكرامة + تحريم استعمال النجس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الحنابلة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التدليس والغش</a:t>
                      </a:r>
                    </a:p>
                  </a:txBody>
                  <a:tcPr>
                    <a:solidFill>
                      <a:srgbClr val="ECE6D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الراجح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>
                          <a:latin typeface="Amiri"/>
                          <a:ea typeface="Amiri"/>
                          <a:cs typeface="Amiri"/>
                        </a:rPr>
                        <a:t>الزور والتدليس (حديث المرأة)</a:t>
                      </a:r>
                    </a:p>
                  </a:txBody>
                  <a:tcPr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الخلاصة: التحريم عند العلل الثلاث، والجواز بضوابط، وللزينة أثر في النكاح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التحريم عند تغيير الخلق أو التدليس أو الضرر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جواز العمليات للحاجة، والوصل بغير شعر الآدمي بضوابطها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ترتيب أثر الزينة على النظر في عقد النكاح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ص١٥٢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ثلاث وصايا: للعلماء، للمرأة المسلمة، وللمجامع الفقهية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للعلماء وطلاب العلم: دقة البحث وإظهار أحكام النوازل للمجتمع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للمرأة المسلمة: الحذر من الزينة المحرمة والاكتفاء بالحلال عن علم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للمجامع الفقهية: متابعة المستجدات في زينة المرأة وبيان أحكامها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la-geomet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0"/>
            <a:ext cx="822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13871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Amiri"/>
                <a:ea typeface="Amiri"/>
                <a:cs typeface="Amiri"/>
              </a:rPr>
              <a:t>١٤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00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C9A227"/>
                </a:solidFill>
                <a:latin typeface="Amiri"/>
                <a:ea typeface="Amiri"/>
                <a:cs typeface="Amiri"/>
              </a:rPr>
              <a:t>ص١٥١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0F3D2E"/>
                </a:solidFill>
                <a:latin typeface="Amiri"/>
                <a:ea typeface="Amiri"/>
                <a:cs typeface="Amiri"/>
              </a:rPr>
              <a:t>الحمد لله؛ جهد بشري يقبل الخطأ، وسُئل الله القبول والنفع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711" y="1645920"/>
            <a:ext cx="5852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08857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الحمد لله على إتمام البحث</a:t>
            </a: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Amiri"/>
                <a:ea typeface="Amiri"/>
                <a:cs typeface="Amiri"/>
              </a:rPr>
              <a:t>سؤال الله القبول والنفع به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