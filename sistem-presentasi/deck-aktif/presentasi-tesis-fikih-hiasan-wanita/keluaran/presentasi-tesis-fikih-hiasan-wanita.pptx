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Pembuka. Pembimbing/universitas kosong - jangan dikarang.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ملخص hal 6, satu slide sesuai permintaan pemilik.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أهداف hal 21 (pemilik menyebut ص٢٠).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فوائد hal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مشكلات hal 21.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منهج hal 23.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أسئلة dari Bab 4, HANYA soal tanpa jawaban, digabung satu slide. Q1 verbatim ص٩٠; Q3 verbatim ص١٤٦; Q2 direkonstruksi dari tujuan (heading Bab 4 ~ص١٤٢ belum terbaca verbatim) - tunggu tinjauan pemilik.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العلة hal 66-67.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جنس ونوع hal 88 (Bab3 Far'1).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جمع hal 89 (Far'2).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معالجة hal 89 (Far'3).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تحقق hal 89 (Far'4).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خاتمة hal 151 (pemilik menyebut ص١٥٢).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توصيات hal 152 (pemilik menyebut ص١٥٣).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89581"/>
          <a:stretch>
            <a:fillRect/>
          </a:stretch>
        </p:blipFill>
        <p:spPr>
          <a:xfrm>
            <a:off x="10911535" y="0"/>
            <a:ext cx="12801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08566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097280" y="1828800"/>
            <a:ext cx="926561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20000"/>
              </a:lnSpc>
              <a:spcAft>
                <a:spcPts val="2000"/>
              </a:spcAft>
            </a:pPr>
            <a:r>
              <a:rPr sz="38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أحكام النوازل الفقهية المعاصرة المتعلقة بزينة المرأة في المذاهب الأربعة</a:t>
            </a:r>
          </a:p>
          <a:p>
            <a:pPr algn="r" rtl="1">
              <a:lnSpc>
                <a:spcPct val="115000"/>
              </a:lnSpc>
              <a:spcAft>
                <a:spcPts val="1000"/>
              </a:spcAft>
            </a:pPr>
            <a:r>
              <a:rPr sz="26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إعداد: الشيخ علي بلعيدي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1554480"/>
            <a:ext cx="9448495" cy="3108960"/>
          </a:xfrm>
          <a:prstGeom prst="roundRect">
            <a:avLst>
              <a:gd name="adj" fmla="val 4000"/>
            </a:avLst>
          </a:prstGeom>
          <a:noFill/>
          <a:ln w="25400">
            <a:solidFill>
              <a:srgbClr val="C9A2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ملخص البحث: أحكام زينة المرأة المعاصرة في المذاهب الأربعة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920240"/>
            <a:ext cx="10088575" cy="4023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40000"/>
              </a:lnSpc>
              <a:spcAft>
                <a:spcPts val="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يبين البحث أحكام النوازل الفقهية المعاصرة المتعلقة بزينة المرأة - من التشقير إلى الوصل والعمليات - في المذاهب الأربعة، بمنهج وصفي مقارن استقرائي استنباطي؛ فالأصل التحريم عند تغيير خلق الله أو التدليس أو الضرر، والجواز بضوابطها، وللزينة أثر في عقد النكاح.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ص٢١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أهداف البحث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088575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بيان حكم أدوات التجميل المعاصرة للمرأة في المذاهب الأربعة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معرفة حكم عمليات التجميل في المذاهب المعتمدة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معرفة حكم بيع أدوات التجميل في المذاهب الأربعة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بيان الأثر المترتب على الزينة في عقد النكاح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ص٢١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فوائد البحث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088575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معرفة أحكام الزينة المعاصرة في المذاهب الأربعة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بيان أحكام النوازل المتعلقة بزينة المرأة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معرفة حكم عمليات التجميل للمرأة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معرفة حكم بيع أدوات التجميل الممنوعة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إدراك أثر الزينة على عقد النكاح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ص٢١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مشكلات البحث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088575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نوازل معاصرة لم يفصلها الفقهاء قديما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صعوبة حصر وسائل الزينة لاختلاط العادات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اختلاف الأزمنة يستدعي نظر القواعد والضوابط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ورود أدوات من الغرب دون نظر شرعي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اختلاف التكييف الفقهي لوسائل الزينة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ص٢٣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منهج البحث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088575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وصفي مقارن: تتبع أقوال المذاهب من كتبها المعتمدة ومقارنتها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استقرائي: استقراء النوازل والدراسات المعاصرة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استنباطي: استنباط الحكم من النصوص والقواعد والضوابط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ص٩٠·١٤٦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أسئلة البحث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088575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السؤال الأول: ما حكم استعمال أدوات التجميل المعاصرة للمرأة في المذاهب الأربعة؟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السؤال الثاني: ما حكم عمليات التجميل للمرأة في المذاهب الأربعة؟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2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السؤال الثالث: ما حكم التعامل مع المرأة في زينتها بيعا وتجميلا وطبا في المذاهب الأربعة؟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ص٦٦–٦٧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اتفقوا على الجواز بغير شعر الآدمي واختلفوا في العلة، والراجح التدليس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1005840" y="1920240"/>
          <a:ext cx="908273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6339535"/>
              </a:tblGrid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2000" b="1">
                          <a:solidFill>
                            <a:srgbClr val="F7F3E9"/>
                          </a:solidFill>
                          <a:latin typeface="Amiri"/>
                          <a:ea typeface="Amiri"/>
                          <a:cs typeface="Amiri"/>
                        </a:rPr>
                        <a:t>المذهب</a:t>
                      </a:r>
                    </a:p>
                  </a:txBody>
                  <a:tcPr>
                    <a:solidFill>
                      <a:srgbClr val="0F3D2E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2000" b="1">
                          <a:solidFill>
                            <a:srgbClr val="F7F3E9"/>
                          </a:solidFill>
                          <a:latin typeface="Amiri"/>
                          <a:ea typeface="Amiri"/>
                          <a:cs typeface="Amiri"/>
                        </a:rPr>
                        <a:t>العلة في تحريم وصل الشعر</a:t>
                      </a:r>
                    </a:p>
                  </a:txBody>
                  <a:tcPr>
                    <a:solidFill>
                      <a:srgbClr val="0F3D2E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الحنفية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كرامة الإنسان وتحريم الابتذال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المالكية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مركبة: تغيير خلق الله والتدليس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الشافعية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مركبة: الكرامة وتحريم استعمال النجس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الحنابلة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التدليس والغش</a:t>
                      </a:r>
                    </a:p>
                  </a:txBody>
                  <a:tcPr>
                    <a:solidFill>
                      <a:srgbClr val="ECE6D6"/>
                    </a:solidFill>
                  </a:tcPr>
                </a:tc>
              </a:tr>
              <a:tr h="655320"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الراجح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  <a:tc>
                  <a:txBody>
                    <a:bodyPr/>
                    <a:lstStyle/>
                    <a:p>
                      <a:pPr algn="r" rtl="1"/>
                      <a:r>
                        <a:rPr sz="1800" b="0">
                          <a:latin typeface="Amiri"/>
                          <a:ea typeface="Amiri"/>
                          <a:cs typeface="Amiri"/>
                        </a:rPr>
                        <a:t>الزور والتدليس؛ لحديث المرأة</a:t>
                      </a:r>
                    </a:p>
                  </a:txBody>
                  <a:tcPr>
                    <a:solidFill>
                      <a:srgbClr val="F7F3E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ص٨٨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جنس البحث ونوعه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088575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جنس البحث: فقهي مقارن بين المذاهب الأربعة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نوعه: استقراء النوازل ثم استنباط الحكم من النصوص والقواعد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١٠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ص٨٩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طريقة جمع المعلومات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088575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تتبع أقوال المذاهب في كتب الفقه المعتمدة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جمع النوازل والدراسات المعاصرة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ترتيب المعلومات ومقارنتها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١١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ص٨٩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معالجة المعلومات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088575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مقارنة أقوال الفقهاء وذكر أدلتهم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تطبيق النصوص المعتمدة على النوازل المعاصرة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١٢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ص٨٩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التحقق من صحة المعلومات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088575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عرض المعلومة على عدة مصادر مختلفة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اعتمادها عند اتفاق المعنى وإن اختلفت الألفاظ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١٣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ص١٥١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الخاتمة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088575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الحمد لله على إتمام البحث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جهد بشري يقبل الخطأ والصواب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نسأل الله القبول والنفع به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3E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ola-geometris.png"/>
          <p:cNvPicPr>
            <a:picLocks noChangeAspect="1"/>
          </p:cNvPicPr>
          <p:nvPr/>
        </p:nvPicPr>
        <p:blipFill>
          <a:blip r:embed="rId2"/>
          <a:srcRect r="93302"/>
          <a:stretch>
            <a:fillRect/>
          </a:stretch>
        </p:blipFill>
        <p:spPr>
          <a:xfrm>
            <a:off x="11368735" y="0"/>
            <a:ext cx="822960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11313871" y="0"/>
            <a:ext cx="54864" cy="6858000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355080"/>
            <a:ext cx="12191695" cy="502920"/>
          </a:xfrm>
          <a:prstGeom prst="rect">
            <a:avLst/>
          </a:prstGeom>
          <a:solidFill>
            <a:srgbClr val="0F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1828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600" b="1">
                <a:solidFill>
                  <a:srgbClr val="C9A227"/>
                </a:solidFill>
                <a:latin typeface="Amiri"/>
                <a:ea typeface="Amiri"/>
                <a:cs typeface="Amiri"/>
              </a:rPr>
              <a:t>١٤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82735" y="6400800"/>
            <a:ext cx="23774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400" b="0">
                <a:solidFill>
                  <a:srgbClr val="C9A227"/>
                </a:solidFill>
                <a:latin typeface="Amiri"/>
                <a:ea typeface="Amiri"/>
                <a:cs typeface="Amiri"/>
              </a:rPr>
              <a:t>ص١٥٢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"/>
            <a:ext cx="1018001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 rtl="1">
              <a:lnSpc>
                <a:spcPct val="115000"/>
              </a:lnSpc>
              <a:spcAft>
                <a:spcPts val="600"/>
              </a:spcAft>
            </a:pPr>
            <a:r>
              <a:rPr sz="3200" b="1">
                <a:solidFill>
                  <a:srgbClr val="0F3D2E"/>
                </a:solidFill>
                <a:latin typeface="Amiri"/>
                <a:ea typeface="Amiri"/>
                <a:cs typeface="Amiri"/>
              </a:rPr>
              <a:t>التوصيات</a:t>
            </a:r>
          </a:p>
        </p:txBody>
      </p:sp>
      <p:sp>
        <p:nvSpPr>
          <p:cNvPr id="8" name="Rectangle 7"/>
          <p:cNvSpPr/>
          <p:nvPr/>
        </p:nvSpPr>
        <p:spPr>
          <a:xfrm>
            <a:off x="5461711" y="1645920"/>
            <a:ext cx="5852160" cy="54864"/>
          </a:xfrm>
          <a:prstGeom prst="rect">
            <a:avLst/>
          </a:prstGeom>
          <a:solidFill>
            <a:srgbClr val="C9A2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828800"/>
            <a:ext cx="10088575" cy="42062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للعلماء وطلاب العلم: دقة البحث وإظهار أحكام النوازل للمجتمع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للمرأة المسلمة: الحذر من الزينة المحرمة والاكتفاء بالحلال عن علم</a:t>
            </a:r>
          </a:p>
          <a:p>
            <a:pPr algn="r" rtl="1">
              <a:lnSpc>
                <a:spcPct val="115000"/>
              </a:lnSpc>
              <a:spcAft>
                <a:spcPts val="1400"/>
              </a:spcAft>
            </a:pPr>
            <a:r>
              <a:rPr sz="2400" b="0">
                <a:solidFill>
                  <a:srgbClr val="222222"/>
                </a:solidFill>
                <a:latin typeface="Amiri"/>
                <a:ea typeface="Amiri"/>
                <a:cs typeface="Amiri"/>
              </a:rPr>
              <a:t>للمجامع الفقهية: متابعة المستجدات في زينة المرأة وبيان أحكامها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